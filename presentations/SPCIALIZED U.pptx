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17" r:id="rId4"/>
  </p:sldMasterIdLst>
  <p:notesMasterIdLst>
    <p:notesMasterId r:id="rId11"/>
  </p:notesMasterIdLst>
  <p:sldIdLst>
    <p:sldId id="348" r:id="rId5"/>
    <p:sldId id="349" r:id="rId6"/>
    <p:sldId id="333" r:id="rId7"/>
    <p:sldId id="263" r:id="rId8"/>
    <p:sldId id="285" r:id="rId9"/>
    <p:sldId id="34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56636" autoAdjust="0"/>
  </p:normalViewPr>
  <p:slideViewPr>
    <p:cSldViewPr snapToGrid="0">
      <p:cViewPr varScale="1">
        <p:scale>
          <a:sx n="42" d="100"/>
          <a:sy n="42" d="100"/>
        </p:scale>
        <p:origin x="1605"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F6197-D823-4DE1-B655-DFA5B67D94E1}" type="datetimeFigureOut">
              <a:rPr lang="en-US" smtClean="0"/>
              <a:t>7/7/2025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480C7F-A881-4232-84F4-45D38B4E2FF3}" type="slidenum">
              <a:rPr lang="en-US" smtClean="0"/>
              <a:t>‹#›</a:t>
            </a:fld>
            <a:endParaRPr lang="en-US"/>
          </a:p>
        </p:txBody>
      </p:sp>
    </p:spTree>
    <p:extLst>
      <p:ext uri="{BB962C8B-B14F-4D97-AF65-F5344CB8AC3E}">
        <p14:creationId xmlns:p14="http://schemas.microsoft.com/office/powerpoint/2010/main" val="312900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Good morning, everyone. My name is </a:t>
            </a:r>
            <a:r>
              <a:rPr lang="en-US" dirty="0" err="1" smtClean="0"/>
              <a:t>Sandadini</a:t>
            </a:r>
            <a:r>
              <a:rPr lang="en-US" dirty="0" smtClean="0"/>
              <a:t> </a:t>
            </a:r>
            <a:r>
              <a:rPr lang="en-US" dirty="0" err="1" smtClean="0"/>
              <a:t>Bandara</a:t>
            </a:r>
            <a:r>
              <a:rPr lang="en-US" dirty="0" smtClean="0"/>
              <a:t>. Today, I'm going to present my app, which is set to transform how we handle student specialization selections at our faculty.</a:t>
            </a:r>
            <a:endParaRPr lang="en-US" dirty="0"/>
          </a:p>
        </p:txBody>
      </p:sp>
      <p:sp>
        <p:nvSpPr>
          <p:cNvPr id="4" name="Slide Number Placeholder 3"/>
          <p:cNvSpPr>
            <a:spLocks noGrp="1"/>
          </p:cNvSpPr>
          <p:nvPr>
            <p:ph type="sldNum" sz="quarter" idx="10"/>
          </p:nvPr>
        </p:nvSpPr>
        <p:spPr/>
        <p:txBody>
          <a:bodyPr/>
          <a:lstStyle/>
          <a:p>
            <a:fld id="{36480C7F-A881-4232-84F4-45D38B4E2FF3}" type="slidenum">
              <a:rPr lang="en-US" smtClean="0"/>
              <a:t>1</a:t>
            </a:fld>
            <a:endParaRPr lang="en-US"/>
          </a:p>
        </p:txBody>
      </p:sp>
    </p:spTree>
    <p:extLst>
      <p:ext uri="{BB962C8B-B14F-4D97-AF65-F5344CB8AC3E}">
        <p14:creationId xmlns:p14="http://schemas.microsoft.com/office/powerpoint/2010/main" val="129949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Today, I'm going to introduce Specialized U, the</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app designed to assign students to their specialization subjects.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 the next few minutes, I'll walk you through the key features of my</a:t>
            </a:r>
            <a:r>
              <a:rPr lang="en-US" sz="1200" kern="1200" baseline="0" dirty="0" smtClean="0">
                <a:solidFill>
                  <a:schemeClr val="tx1"/>
                </a:solidFill>
                <a:effectLst/>
                <a:latin typeface="+mn-lt"/>
                <a:ea typeface="+mn-ea"/>
                <a:cs typeface="+mn-cs"/>
              </a:rPr>
              <a:t> app </a:t>
            </a:r>
            <a:r>
              <a:rPr lang="en-US" sz="1200" kern="1200" dirty="0" smtClean="0">
                <a:solidFill>
                  <a:schemeClr val="tx1"/>
                </a:solidFill>
                <a:effectLst/>
                <a:latin typeface="+mn-lt"/>
                <a:ea typeface="+mn-ea"/>
                <a:cs typeface="+mn-cs"/>
              </a:rPr>
              <a:t>and its benefits to our faculty, and how it's set to transform our selection process.</a:t>
            </a:r>
          </a:p>
          <a:p>
            <a:endParaRPr lang="en-US" dirty="0"/>
          </a:p>
        </p:txBody>
      </p:sp>
      <p:sp>
        <p:nvSpPr>
          <p:cNvPr id="4" name="Slide Number Placeholder 3"/>
          <p:cNvSpPr>
            <a:spLocks noGrp="1"/>
          </p:cNvSpPr>
          <p:nvPr>
            <p:ph type="sldNum" sz="quarter" idx="10"/>
          </p:nvPr>
        </p:nvSpPr>
        <p:spPr/>
        <p:txBody>
          <a:bodyPr/>
          <a:lstStyle/>
          <a:p>
            <a:fld id="{36480C7F-A881-4232-84F4-45D38B4E2FF3}" type="slidenum">
              <a:rPr lang="en-US" smtClean="0"/>
              <a:t>2</a:t>
            </a:fld>
            <a:endParaRPr lang="en-US"/>
          </a:p>
        </p:txBody>
      </p:sp>
    </p:spTree>
    <p:extLst>
      <p:ext uri="{BB962C8B-B14F-4D97-AF65-F5344CB8AC3E}">
        <p14:creationId xmlns:p14="http://schemas.microsoft.com/office/powerpoint/2010/main" val="1531914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Specialized U transforms student selection by automating the entire process, reducing what once took hours or days to mere minutes. It optimizes matches based on student preferences and quotas, ensuring an objective, bias-free outcome. By centralizing all data, the app simplifies access and maintenance, outperforming traditional methods. As our institution expands, Specialized U scales effortlessly, maintaining consistent performance regardless of data volume.</a:t>
            </a:r>
            <a:br>
              <a:rPr lang="en-US" dirty="0" smtClean="0"/>
            </a:br>
            <a:endParaRPr lang="en-US" dirty="0"/>
          </a:p>
        </p:txBody>
      </p:sp>
      <p:sp>
        <p:nvSpPr>
          <p:cNvPr id="4" name="Slide Number Placeholder 3"/>
          <p:cNvSpPr>
            <a:spLocks noGrp="1"/>
          </p:cNvSpPr>
          <p:nvPr>
            <p:ph type="sldNum" sz="quarter" idx="10"/>
          </p:nvPr>
        </p:nvSpPr>
        <p:spPr/>
        <p:txBody>
          <a:bodyPr/>
          <a:lstStyle/>
          <a:p>
            <a:fld id="{36480C7F-A881-4232-84F4-45D38B4E2FF3}" type="slidenum">
              <a:rPr lang="en-US" smtClean="0"/>
              <a:t>3</a:t>
            </a:fld>
            <a:endParaRPr lang="en-US"/>
          </a:p>
        </p:txBody>
      </p:sp>
    </p:spTree>
    <p:extLst>
      <p:ext uri="{BB962C8B-B14F-4D97-AF65-F5344CB8AC3E}">
        <p14:creationId xmlns:p14="http://schemas.microsoft.com/office/powerpoint/2010/main" val="3783548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Specialized U outputs results in universally compatible CSV format, simplifying sharing and further processing. Its user-friendly design requires no technical expertise, ensuring easy adoption by lecturers. The app significantly cuts administrative time and costs, reducing the need for extra staff during selection periods. With digital data, we can analyze trends and gain insights for future planning. Specialized U reflects our commitment to modernizing processes and embracing educational technology.</a:t>
            </a:r>
            <a:endParaRPr lang="en-US" dirty="0"/>
          </a:p>
        </p:txBody>
      </p:sp>
      <p:sp>
        <p:nvSpPr>
          <p:cNvPr id="4" name="Slide Number Placeholder 3"/>
          <p:cNvSpPr>
            <a:spLocks noGrp="1"/>
          </p:cNvSpPr>
          <p:nvPr>
            <p:ph type="sldNum" sz="quarter" idx="10"/>
          </p:nvPr>
        </p:nvSpPr>
        <p:spPr/>
        <p:txBody>
          <a:bodyPr/>
          <a:lstStyle/>
          <a:p>
            <a:fld id="{36480C7F-A881-4232-84F4-45D38B4E2FF3}" type="slidenum">
              <a:rPr lang="en-US" smtClean="0"/>
              <a:t>4</a:t>
            </a:fld>
            <a:endParaRPr lang="en-US"/>
          </a:p>
        </p:txBody>
      </p:sp>
    </p:spTree>
    <p:extLst>
      <p:ext uri="{BB962C8B-B14F-4D97-AF65-F5344CB8AC3E}">
        <p14:creationId xmlns:p14="http://schemas.microsoft.com/office/powerpoint/2010/main" val="1971278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As u can see</a:t>
            </a:r>
            <a:r>
              <a:rPr lang="en-US" sz="1200" kern="1200" baseline="0" dirty="0" smtClean="0">
                <a:solidFill>
                  <a:schemeClr val="tx1"/>
                </a:solidFill>
                <a:effectLst/>
                <a:latin typeface="+mn-lt"/>
                <a:ea typeface="+mn-ea"/>
                <a:cs typeface="+mn-cs"/>
              </a:rPr>
              <a:t> this is very user friendly.</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This app automates this entire process. We simply have to input student preferences and quotas, and the app does the rest, producing results in a shareable CSV file.</a:t>
            </a:r>
          </a:p>
          <a:p>
            <a:endParaRPr lang="en-US" dirty="0" smtClean="0"/>
          </a:p>
          <a:p>
            <a:r>
              <a:rPr lang="en-US" dirty="0" smtClean="0"/>
              <a:t>This app opens doors for further innovations in how we manage academic processes, setting a new standard for administrative efficiency in our faculty.</a:t>
            </a:r>
            <a:endParaRPr lang="en-US" dirty="0"/>
          </a:p>
        </p:txBody>
      </p:sp>
      <p:sp>
        <p:nvSpPr>
          <p:cNvPr id="4" name="Slide Number Placeholder 3"/>
          <p:cNvSpPr>
            <a:spLocks noGrp="1"/>
          </p:cNvSpPr>
          <p:nvPr>
            <p:ph type="sldNum" sz="quarter" idx="10"/>
          </p:nvPr>
        </p:nvSpPr>
        <p:spPr/>
        <p:txBody>
          <a:bodyPr/>
          <a:lstStyle/>
          <a:p>
            <a:fld id="{36480C7F-A881-4232-84F4-45D38B4E2FF3}" type="slidenum">
              <a:rPr lang="en-US" smtClean="0"/>
              <a:t>5</a:t>
            </a:fld>
            <a:endParaRPr lang="en-US"/>
          </a:p>
        </p:txBody>
      </p:sp>
    </p:spTree>
    <p:extLst>
      <p:ext uri="{BB962C8B-B14F-4D97-AF65-F5344CB8AC3E}">
        <p14:creationId xmlns:p14="http://schemas.microsoft.com/office/powerpoint/2010/main" val="4186788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a:prstGeom prst="rect">
            <a:avLst/>
          </a:prstGeom>
        </p:spPr>
        <p:txBody>
          <a:bodyPr anchor="b">
            <a:normAutofit/>
          </a:bodyPr>
          <a:lstStyle>
            <a:lvl1pPr algn="l">
              <a:lnSpc>
                <a:spcPct val="90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7/7/2025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Oval 10">
            <a:extLst>
              <a:ext uri="{FF2B5EF4-FFF2-40B4-BE49-F238E27FC236}">
                <a16:creationId xmlns:a16="http://schemas.microsoft.com/office/drawing/2014/main" id="{68EC5FC9-F7D0-0141-850B-7623CA81A77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B8F839E6-7F1F-6E4D-B83C-F5DA99E98229}"/>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EACA50E-A3A8-9D41-B30C-03B00FB2DEF0}"/>
              </a:ext>
            </a:extLst>
          </p:cNvPr>
          <p:cNvSpPr/>
          <p:nvPr userDrawn="1"/>
        </p:nvSpPr>
        <p:spPr>
          <a:xfrm>
            <a:off x="5664569" y="541205"/>
            <a:ext cx="283407" cy="283407"/>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A92073B-F20B-034A-BC3A-9B993F0DD0BA}"/>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4091F50-D240-B145-B0B1-DAEDDFDE34AD}"/>
              </a:ext>
            </a:extLst>
          </p:cNvPr>
          <p:cNvSpPr/>
          <p:nvPr userDrawn="1"/>
        </p:nvSpPr>
        <p:spPr>
          <a:xfrm>
            <a:off x="0" y="-1994"/>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727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7/7/2025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21" name="Group 20">
            <a:extLst>
              <a:ext uri="{FF2B5EF4-FFF2-40B4-BE49-F238E27FC236}">
                <a16:creationId xmlns:a16="http://schemas.microsoft.com/office/drawing/2014/main" id="{7A2141DD-8D8D-FA43-BD4F-2CFC93C87782}"/>
              </a:ext>
            </a:extLst>
          </p:cNvPr>
          <p:cNvGrpSpPr/>
          <p:nvPr userDrawn="1"/>
        </p:nvGrpSpPr>
        <p:grpSpPr>
          <a:xfrm rot="5400000">
            <a:off x="-21619" y="1088453"/>
            <a:ext cx="910099" cy="99010"/>
            <a:chOff x="622418" y="280927"/>
            <a:chExt cx="2335705" cy="254101"/>
          </a:xfrm>
        </p:grpSpPr>
        <p:sp>
          <p:nvSpPr>
            <p:cNvPr id="22" name="Oval 21">
              <a:extLst>
                <a:ext uri="{FF2B5EF4-FFF2-40B4-BE49-F238E27FC236}">
                  <a16:creationId xmlns:a16="http://schemas.microsoft.com/office/drawing/2014/main" id="{71A62821-5E0F-DE41-B5C2-17A3A7277F4E}"/>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C311AE14-D8F0-1D4C-9D8D-60383658279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F2BE645-D4F2-304C-9AFA-473D8F888A85}"/>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93640330-30A6-6948-87A7-9DE6D41794F5}"/>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DFB6548-D83C-1D4E-AE87-2E8F1D3D0FA7}"/>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97C7400-7EDC-8845-AB5A-80FB8175C1E2}"/>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BC941C44-9B96-0040-8C71-D8364EB577C2}"/>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29" name="Oval 28">
            <a:extLst>
              <a:ext uri="{FF2B5EF4-FFF2-40B4-BE49-F238E27FC236}">
                <a16:creationId xmlns:a16="http://schemas.microsoft.com/office/drawing/2014/main" id="{E014993B-5057-2A4C-9CA0-383DC5504020}"/>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3B110E8-1FE2-BC47-A5AE-4C698B688B65}"/>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87DACF2F-5D4D-434D-8786-E4DF0385E6F6}"/>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FE816CC-CBCA-7946-B9E5-E9649EF369BE}"/>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18278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7/7/2025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4" name="Picture Placeholder 3">
            <a:extLst>
              <a:ext uri="{FF2B5EF4-FFF2-40B4-BE49-F238E27FC236}">
                <a16:creationId xmlns:a16="http://schemas.microsoft.com/office/drawing/2014/main" id="{C950F4E3-11A9-2549-A00D-601AEF6E49A4}"/>
              </a:ext>
            </a:extLst>
          </p:cNvPr>
          <p:cNvSpPr>
            <a:spLocks noGrp="1"/>
          </p:cNvSpPr>
          <p:nvPr>
            <p:ph type="pic" sz="quarter" idx="13"/>
          </p:nvPr>
        </p:nvSpPr>
        <p:spPr>
          <a:xfrm>
            <a:off x="1097279" y="2160508"/>
            <a:ext cx="2919413" cy="2919413"/>
          </a:xfrm>
          <a:prstGeom prst="ellipse">
            <a:avLst/>
          </a:prstGeom>
          <a:solidFill>
            <a:srgbClr val="EDEFF7"/>
          </a:solidFill>
          <a:ln w="38100">
            <a:solidFill>
              <a:schemeClr val="accent3"/>
            </a:solidFill>
          </a:ln>
        </p:spPr>
        <p:txBody>
          <a:bodyPr anchor="ctr"/>
          <a:lstStyle>
            <a:lvl1pPr algn="ctr">
              <a:defRPr/>
            </a:lvl1pPr>
          </a:lstStyle>
          <a:p>
            <a:r>
              <a:rPr lang="en-US" smtClean="0"/>
              <a:t>Click icon to add picture</a:t>
            </a:r>
            <a:endParaRPr lang="en-US" dirty="0"/>
          </a:p>
        </p:txBody>
      </p:sp>
      <p:sp>
        <p:nvSpPr>
          <p:cNvPr id="21" name="Picture Placeholder 3">
            <a:extLst>
              <a:ext uri="{FF2B5EF4-FFF2-40B4-BE49-F238E27FC236}">
                <a16:creationId xmlns:a16="http://schemas.microsoft.com/office/drawing/2014/main" id="{21B5A175-E633-E74F-AE3B-DF58F989F443}"/>
              </a:ext>
            </a:extLst>
          </p:cNvPr>
          <p:cNvSpPr>
            <a:spLocks noGrp="1"/>
          </p:cNvSpPr>
          <p:nvPr>
            <p:ph type="pic" sz="quarter" idx="14"/>
          </p:nvPr>
        </p:nvSpPr>
        <p:spPr>
          <a:xfrm>
            <a:off x="4659186" y="2160508"/>
            <a:ext cx="2919413" cy="2919413"/>
          </a:xfrm>
          <a:prstGeom prst="ellipse">
            <a:avLst/>
          </a:prstGeom>
          <a:solidFill>
            <a:srgbClr val="EDEFF7"/>
          </a:solidFill>
          <a:ln w="38100">
            <a:solidFill>
              <a:schemeClr val="accent6"/>
            </a:solidFill>
          </a:ln>
        </p:spPr>
        <p:txBody>
          <a:bodyPr anchor="ctr"/>
          <a:lstStyle>
            <a:lvl1pPr algn="ctr">
              <a:defRPr/>
            </a:lvl1pPr>
          </a:lstStyle>
          <a:p>
            <a:r>
              <a:rPr lang="en-US" smtClean="0"/>
              <a:t>Click icon to add picture</a:t>
            </a:r>
            <a:endParaRPr lang="en-US" dirty="0"/>
          </a:p>
        </p:txBody>
      </p:sp>
      <p:sp>
        <p:nvSpPr>
          <p:cNvPr id="22" name="Picture Placeholder 3">
            <a:extLst>
              <a:ext uri="{FF2B5EF4-FFF2-40B4-BE49-F238E27FC236}">
                <a16:creationId xmlns:a16="http://schemas.microsoft.com/office/drawing/2014/main" id="{261D2778-BA56-D247-9B2C-28D010C9D4E2}"/>
              </a:ext>
            </a:extLst>
          </p:cNvPr>
          <p:cNvSpPr>
            <a:spLocks noGrp="1"/>
          </p:cNvSpPr>
          <p:nvPr>
            <p:ph type="pic" sz="quarter" idx="15"/>
          </p:nvPr>
        </p:nvSpPr>
        <p:spPr>
          <a:xfrm>
            <a:off x="8221093" y="2160508"/>
            <a:ext cx="2919413" cy="2919413"/>
          </a:xfrm>
          <a:prstGeom prst="ellipse">
            <a:avLst/>
          </a:prstGeom>
          <a:solidFill>
            <a:srgbClr val="EDEFF7"/>
          </a:solidFill>
          <a:ln w="38100">
            <a:solidFill>
              <a:schemeClr val="accent1"/>
            </a:solidFill>
          </a:ln>
        </p:spPr>
        <p:txBody>
          <a:bodyPr anchor="ctr"/>
          <a:lstStyle>
            <a:lvl1pPr algn="ctr">
              <a:defRPr/>
            </a:lvl1pPr>
          </a:lstStyle>
          <a:p>
            <a:r>
              <a:rPr lang="en-US" smtClean="0"/>
              <a:t>Click icon to add picture</a:t>
            </a:r>
            <a:endParaRPr lang="en-US" dirty="0"/>
          </a:p>
        </p:txBody>
      </p:sp>
      <p:sp>
        <p:nvSpPr>
          <p:cNvPr id="23" name="Text Placeholder 3">
            <a:extLst>
              <a:ext uri="{FF2B5EF4-FFF2-40B4-BE49-F238E27FC236}">
                <a16:creationId xmlns:a16="http://schemas.microsoft.com/office/drawing/2014/main" id="{2DAF6EFF-134E-BA40-8B51-917FDE13C076}"/>
              </a:ext>
            </a:extLst>
          </p:cNvPr>
          <p:cNvSpPr>
            <a:spLocks noGrp="1"/>
          </p:cNvSpPr>
          <p:nvPr>
            <p:ph type="body" sz="half" idx="2" hasCustomPrompt="1"/>
          </p:nvPr>
        </p:nvSpPr>
        <p:spPr>
          <a:xfrm>
            <a:off x="1097279"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sp>
        <p:nvSpPr>
          <p:cNvPr id="24" name="Text Placeholder 3">
            <a:extLst>
              <a:ext uri="{FF2B5EF4-FFF2-40B4-BE49-F238E27FC236}">
                <a16:creationId xmlns:a16="http://schemas.microsoft.com/office/drawing/2014/main" id="{188BF917-678C-1249-95B9-7FD2AC7B2231}"/>
              </a:ext>
            </a:extLst>
          </p:cNvPr>
          <p:cNvSpPr>
            <a:spLocks noGrp="1"/>
          </p:cNvSpPr>
          <p:nvPr>
            <p:ph type="body" sz="half" idx="16" hasCustomPrompt="1"/>
          </p:nvPr>
        </p:nvSpPr>
        <p:spPr>
          <a:xfrm>
            <a:off x="4666773"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sp>
        <p:nvSpPr>
          <p:cNvPr id="25" name="Text Placeholder 3">
            <a:extLst>
              <a:ext uri="{FF2B5EF4-FFF2-40B4-BE49-F238E27FC236}">
                <a16:creationId xmlns:a16="http://schemas.microsoft.com/office/drawing/2014/main" id="{BAFF17AE-3EA2-2D47-BCDD-E5587B127062}"/>
              </a:ext>
            </a:extLst>
          </p:cNvPr>
          <p:cNvSpPr>
            <a:spLocks noGrp="1"/>
          </p:cNvSpPr>
          <p:nvPr>
            <p:ph type="body" sz="half" idx="17" hasCustomPrompt="1"/>
          </p:nvPr>
        </p:nvSpPr>
        <p:spPr>
          <a:xfrm>
            <a:off x="8236267" y="5486968"/>
            <a:ext cx="2919413" cy="583534"/>
          </a:xfrm>
        </p:spPr>
        <p:txBody>
          <a:bodyPr lIns="91440" rIns="91440" anchor="ctr">
            <a:normAutofit/>
          </a:bodyPr>
          <a:lstStyle>
            <a:lvl1pPr marL="0" indent="0" algn="ctr">
              <a:buNone/>
              <a:defRPr sz="1800" cap="all" baseline="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Name Goes Here</a:t>
            </a:r>
          </a:p>
        </p:txBody>
      </p:sp>
      <p:grpSp>
        <p:nvGrpSpPr>
          <p:cNvPr id="26" name="Group 25">
            <a:extLst>
              <a:ext uri="{FF2B5EF4-FFF2-40B4-BE49-F238E27FC236}">
                <a16:creationId xmlns:a16="http://schemas.microsoft.com/office/drawing/2014/main" id="{F2D7EDB7-7C02-0245-8A1F-553F094A4429}"/>
              </a:ext>
            </a:extLst>
          </p:cNvPr>
          <p:cNvGrpSpPr/>
          <p:nvPr userDrawn="1"/>
        </p:nvGrpSpPr>
        <p:grpSpPr>
          <a:xfrm rot="5400000">
            <a:off x="-21619" y="1088453"/>
            <a:ext cx="910099" cy="99010"/>
            <a:chOff x="622418" y="280927"/>
            <a:chExt cx="2335705" cy="254101"/>
          </a:xfrm>
        </p:grpSpPr>
        <p:sp>
          <p:nvSpPr>
            <p:cNvPr id="27" name="Oval 26">
              <a:extLst>
                <a:ext uri="{FF2B5EF4-FFF2-40B4-BE49-F238E27FC236}">
                  <a16:creationId xmlns:a16="http://schemas.microsoft.com/office/drawing/2014/main" id="{8CF5D165-4F6F-2447-8B9E-8B0D94808ED3}"/>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6C35C7-7133-4C43-BBF7-575440F7BAD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D33DD7BE-C379-5C42-9FB0-EF72161049F4}"/>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743DFC41-C6DE-7942-9358-E23A1EE8759D}"/>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A2ABB593-7229-9548-8BCC-C947B1BF8D93}"/>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86D2413-D60D-484E-ACAB-31891AFDA133}"/>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Title 1">
            <a:extLst>
              <a:ext uri="{FF2B5EF4-FFF2-40B4-BE49-F238E27FC236}">
                <a16:creationId xmlns:a16="http://schemas.microsoft.com/office/drawing/2014/main" id="{86090E0F-345E-3D4B-8886-95D8A4A77CE7}"/>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Tree>
    <p:extLst>
      <p:ext uri="{BB962C8B-B14F-4D97-AF65-F5344CB8AC3E}">
        <p14:creationId xmlns:p14="http://schemas.microsoft.com/office/powerpoint/2010/main" val="325868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17873" y="758952"/>
            <a:ext cx="7356255" cy="3566160"/>
          </a:xfrm>
          <a:prstGeom prst="rect">
            <a:avLst/>
          </a:prstGeom>
        </p:spPr>
        <p:txBody>
          <a:bodyPr anchor="b" anchorCtr="0">
            <a:normAutofit/>
          </a:bodyPr>
          <a:lstStyle>
            <a:lvl1pPr algn="ctr">
              <a:lnSpc>
                <a:spcPct val="90000"/>
              </a:lnSpc>
              <a:defRPr sz="8000" b="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417873" y="4663440"/>
            <a:ext cx="7356255" cy="1143000"/>
          </a:xfrm>
        </p:spPr>
        <p:txBody>
          <a:bodyPr lIns="91440" rIns="91440" anchor="t" anchorCtr="0">
            <a:normAutofit/>
          </a:bodyPr>
          <a:lstStyle>
            <a:lvl1pPr marL="0" indent="0" algn="ctr">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158240" y="4485132"/>
            <a:ext cx="9875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7/7/2025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2" name="Oval 11">
            <a:extLst>
              <a:ext uri="{FF2B5EF4-FFF2-40B4-BE49-F238E27FC236}">
                <a16:creationId xmlns:a16="http://schemas.microsoft.com/office/drawing/2014/main" id="{8675A452-E352-BE40-9E44-7C0E90F4DBC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72E00246-7C7C-8E48-B95E-02BE89F197F5}"/>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BF1652A-A323-BC48-9A00-7ECF1C4E1DA4}"/>
              </a:ext>
            </a:extLst>
          </p:cNvPr>
          <p:cNvSpPr/>
          <p:nvPr userDrawn="1"/>
        </p:nvSpPr>
        <p:spPr>
          <a:xfrm>
            <a:off x="11634902" y="2565781"/>
            <a:ext cx="283407" cy="283407"/>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F733BC29-8FD1-CB45-8FF6-0C7CC3CB423D}"/>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C67EB1F-C984-B840-BD1F-FD174D01A3AF}"/>
              </a:ext>
            </a:extLst>
          </p:cNvPr>
          <p:cNvSpPr/>
          <p:nvPr userDrawn="1"/>
        </p:nvSpPr>
        <p:spPr>
          <a:xfrm>
            <a:off x="6135" y="0"/>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9D75F8B1-A294-E349-BD08-B06B2954212A}"/>
              </a:ext>
            </a:extLst>
          </p:cNvPr>
          <p:cNvGrpSpPr/>
          <p:nvPr userDrawn="1"/>
        </p:nvGrpSpPr>
        <p:grpSpPr>
          <a:xfrm>
            <a:off x="495300" y="0"/>
            <a:ext cx="11201400" cy="6880860"/>
            <a:chOff x="495300" y="0"/>
            <a:chExt cx="11201400" cy="6880860"/>
          </a:xfrm>
        </p:grpSpPr>
        <p:sp>
          <p:nvSpPr>
            <p:cNvPr id="33" name="Freeform 32">
              <a:extLst>
                <a:ext uri="{FF2B5EF4-FFF2-40B4-BE49-F238E27FC236}">
                  <a16:creationId xmlns:a16="http://schemas.microsoft.com/office/drawing/2014/main" id="{5942EFAD-842E-9C46-9853-C0F135D24007}"/>
                </a:ext>
              </a:extLst>
            </p:cNvPr>
            <p:cNvSpPr/>
            <p:nvPr userDrawn="1"/>
          </p:nvSpPr>
          <p:spPr>
            <a:xfrm>
              <a:off x="495300" y="0"/>
              <a:ext cx="1337265" cy="6880860"/>
            </a:xfrm>
            <a:custGeom>
              <a:avLst/>
              <a:gdLst>
                <a:gd name="connsiteX0" fmla="*/ 1173967 w 1337265"/>
                <a:gd name="connsiteY0" fmla="*/ 0 h 6880860"/>
                <a:gd name="connsiteX1" fmla="*/ 1319300 w 1337265"/>
                <a:gd name="connsiteY1" fmla="*/ 0 h 6880860"/>
                <a:gd name="connsiteX2" fmla="*/ 1204253 w 1337265"/>
                <a:gd name="connsiteY2" fmla="*/ 146399 h 6880860"/>
                <a:gd name="connsiteX3" fmla="*/ 114300 w 1337265"/>
                <a:gd name="connsiteY3" fmla="*/ 3429000 h 6880860"/>
                <a:gd name="connsiteX4" fmla="*/ 1204253 w 1337265"/>
                <a:gd name="connsiteY4" fmla="*/ 6711601 h 6880860"/>
                <a:gd name="connsiteX5" fmla="*/ 1337265 w 1337265"/>
                <a:gd name="connsiteY5" fmla="*/ 6880860 h 6880860"/>
                <a:gd name="connsiteX6" fmla="*/ 1191931 w 1337265"/>
                <a:gd name="connsiteY6" fmla="*/ 6880860 h 6880860"/>
                <a:gd name="connsiteX7" fmla="*/ 1112661 w 1337265"/>
                <a:gd name="connsiteY7" fmla="*/ 6779988 h 6880860"/>
                <a:gd name="connsiteX8" fmla="*/ 0 w 1337265"/>
                <a:gd name="connsiteY8" fmla="*/ 3429000 h 6880860"/>
                <a:gd name="connsiteX9" fmla="*/ 1112661 w 1337265"/>
                <a:gd name="connsiteY9" fmla="*/ 78012 h 6880860"/>
                <a:gd name="connsiteX10" fmla="*/ 1173967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173967" y="0"/>
                  </a:moveTo>
                  <a:lnTo>
                    <a:pt x="1319300" y="0"/>
                  </a:lnTo>
                  <a:lnTo>
                    <a:pt x="1204253" y="146399"/>
                  </a:lnTo>
                  <a:cubicBezTo>
                    <a:pt x="519693" y="1061765"/>
                    <a:pt x="114300" y="2198040"/>
                    <a:pt x="114300" y="3429000"/>
                  </a:cubicBezTo>
                  <a:cubicBezTo>
                    <a:pt x="114300" y="4659960"/>
                    <a:pt x="519693" y="5796235"/>
                    <a:pt x="1204253" y="6711601"/>
                  </a:cubicBezTo>
                  <a:lnTo>
                    <a:pt x="1337265" y="6880860"/>
                  </a:lnTo>
                  <a:lnTo>
                    <a:pt x="1191931" y="6880860"/>
                  </a:lnTo>
                  <a:lnTo>
                    <a:pt x="1112661" y="6779988"/>
                  </a:lnTo>
                  <a:cubicBezTo>
                    <a:pt x="413839" y="5845552"/>
                    <a:pt x="0" y="4685605"/>
                    <a:pt x="0" y="3429000"/>
                  </a:cubicBezTo>
                  <a:cubicBezTo>
                    <a:pt x="0" y="2172395"/>
                    <a:pt x="413839" y="1012448"/>
                    <a:pt x="1112661" y="78012"/>
                  </a:cubicBezTo>
                  <a:lnTo>
                    <a:pt x="1173967"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31">
              <a:extLst>
                <a:ext uri="{FF2B5EF4-FFF2-40B4-BE49-F238E27FC236}">
                  <a16:creationId xmlns:a16="http://schemas.microsoft.com/office/drawing/2014/main" id="{BE0B7AF7-52C0-EB45-93DE-79DFF44F5AAE}"/>
                </a:ext>
              </a:extLst>
            </p:cNvPr>
            <p:cNvSpPr/>
            <p:nvPr userDrawn="1"/>
          </p:nvSpPr>
          <p:spPr>
            <a:xfrm>
              <a:off x="10359435" y="0"/>
              <a:ext cx="1337265" cy="6880860"/>
            </a:xfrm>
            <a:custGeom>
              <a:avLst/>
              <a:gdLst>
                <a:gd name="connsiteX0" fmla="*/ 17965 w 1337265"/>
                <a:gd name="connsiteY0" fmla="*/ 0 h 6880860"/>
                <a:gd name="connsiteX1" fmla="*/ 163299 w 1337265"/>
                <a:gd name="connsiteY1" fmla="*/ 0 h 6880860"/>
                <a:gd name="connsiteX2" fmla="*/ 224604 w 1337265"/>
                <a:gd name="connsiteY2" fmla="*/ 78012 h 6880860"/>
                <a:gd name="connsiteX3" fmla="*/ 1337265 w 1337265"/>
                <a:gd name="connsiteY3" fmla="*/ 3429000 h 6880860"/>
                <a:gd name="connsiteX4" fmla="*/ 224604 w 1337265"/>
                <a:gd name="connsiteY4" fmla="*/ 6779988 h 6880860"/>
                <a:gd name="connsiteX5" fmla="*/ 145334 w 1337265"/>
                <a:gd name="connsiteY5" fmla="*/ 6880860 h 6880860"/>
                <a:gd name="connsiteX6" fmla="*/ 0 w 1337265"/>
                <a:gd name="connsiteY6" fmla="*/ 6880860 h 6880860"/>
                <a:gd name="connsiteX7" fmla="*/ 133012 w 1337265"/>
                <a:gd name="connsiteY7" fmla="*/ 6711601 h 6880860"/>
                <a:gd name="connsiteX8" fmla="*/ 1222965 w 1337265"/>
                <a:gd name="connsiteY8" fmla="*/ 3429000 h 6880860"/>
                <a:gd name="connsiteX9" fmla="*/ 133012 w 1337265"/>
                <a:gd name="connsiteY9" fmla="*/ 146399 h 6880860"/>
                <a:gd name="connsiteX10" fmla="*/ 17965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7965" y="0"/>
                  </a:moveTo>
                  <a:lnTo>
                    <a:pt x="163299" y="0"/>
                  </a:lnTo>
                  <a:lnTo>
                    <a:pt x="224604" y="78012"/>
                  </a:lnTo>
                  <a:cubicBezTo>
                    <a:pt x="923426" y="1012448"/>
                    <a:pt x="1337265" y="2172395"/>
                    <a:pt x="1337265" y="3429000"/>
                  </a:cubicBezTo>
                  <a:cubicBezTo>
                    <a:pt x="1337265" y="4685605"/>
                    <a:pt x="923426" y="5845552"/>
                    <a:pt x="224604" y="6779988"/>
                  </a:cubicBezTo>
                  <a:lnTo>
                    <a:pt x="145334" y="6880860"/>
                  </a:lnTo>
                  <a:lnTo>
                    <a:pt x="0" y="6880860"/>
                  </a:lnTo>
                  <a:lnTo>
                    <a:pt x="133012" y="6711601"/>
                  </a:lnTo>
                  <a:cubicBezTo>
                    <a:pt x="817572" y="5796235"/>
                    <a:pt x="1222965" y="4659960"/>
                    <a:pt x="1222965" y="3429000"/>
                  </a:cubicBezTo>
                  <a:cubicBezTo>
                    <a:pt x="1222965" y="2198040"/>
                    <a:pt x="817572" y="1061765"/>
                    <a:pt x="133012" y="146399"/>
                  </a:cubicBezTo>
                  <a:lnTo>
                    <a:pt x="17965"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59698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80" y="2120900"/>
            <a:ext cx="4639736" cy="374819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7/7/2025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1" name="Group 10">
            <a:extLst>
              <a:ext uri="{FF2B5EF4-FFF2-40B4-BE49-F238E27FC236}">
                <a16:creationId xmlns:a16="http://schemas.microsoft.com/office/drawing/2014/main" id="{D06E6D77-4CA3-764C-99E1-7D2CFE6B929E}"/>
              </a:ext>
            </a:extLst>
          </p:cNvPr>
          <p:cNvGrpSpPr/>
          <p:nvPr userDrawn="1"/>
        </p:nvGrpSpPr>
        <p:grpSpPr>
          <a:xfrm rot="5400000">
            <a:off x="-21619" y="1088453"/>
            <a:ext cx="910099" cy="99010"/>
            <a:chOff x="622418" y="280927"/>
            <a:chExt cx="2335705" cy="254101"/>
          </a:xfrm>
        </p:grpSpPr>
        <p:sp>
          <p:nvSpPr>
            <p:cNvPr id="12" name="Oval 11">
              <a:extLst>
                <a:ext uri="{FF2B5EF4-FFF2-40B4-BE49-F238E27FC236}">
                  <a16:creationId xmlns:a16="http://schemas.microsoft.com/office/drawing/2014/main" id="{1D155117-8A2A-414B-9598-C2919DF747DC}"/>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3838F88-99DE-9246-A83B-9C7DB6AE99EF}"/>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D031FBA2-FD0D-7346-8941-4861923E15CF}"/>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022D5D5E-3339-5D47-9E1C-8897082672DB}"/>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3BE7267-458F-A141-8480-10E9FB55367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71A438B-57BE-F445-AFBB-BBB2270E9BB4}"/>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Title 1">
            <a:extLst>
              <a:ext uri="{FF2B5EF4-FFF2-40B4-BE49-F238E27FC236}">
                <a16:creationId xmlns:a16="http://schemas.microsoft.com/office/drawing/2014/main" id="{040C74AA-3663-2A49-AA62-C9207F22BF3D}"/>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19" name="Oval 18">
            <a:extLst>
              <a:ext uri="{FF2B5EF4-FFF2-40B4-BE49-F238E27FC236}">
                <a16:creationId xmlns:a16="http://schemas.microsoft.com/office/drawing/2014/main" id="{8E70AAE0-F405-8C4D-B2F2-BC73ABD2560F}"/>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C72AC8A-19AA-5641-88DA-414732A1A643}"/>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0FF4153-FE4A-204C-B4B4-F331F8058F73}"/>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0910027-B57E-5C4C-B196-C2CF16EB6B83}"/>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8797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7/7/2025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13" name="Group 12">
            <a:extLst>
              <a:ext uri="{FF2B5EF4-FFF2-40B4-BE49-F238E27FC236}">
                <a16:creationId xmlns:a16="http://schemas.microsoft.com/office/drawing/2014/main" id="{DD896C11-7092-DD43-9676-23A81081B759}"/>
              </a:ext>
            </a:extLst>
          </p:cNvPr>
          <p:cNvGrpSpPr/>
          <p:nvPr userDrawn="1"/>
        </p:nvGrpSpPr>
        <p:grpSpPr>
          <a:xfrm rot="5400000">
            <a:off x="-21619" y="1088453"/>
            <a:ext cx="910099" cy="99010"/>
            <a:chOff x="622418" y="280927"/>
            <a:chExt cx="2335705" cy="254101"/>
          </a:xfrm>
        </p:grpSpPr>
        <p:sp>
          <p:nvSpPr>
            <p:cNvPr id="14" name="Oval 13">
              <a:extLst>
                <a:ext uri="{FF2B5EF4-FFF2-40B4-BE49-F238E27FC236}">
                  <a16:creationId xmlns:a16="http://schemas.microsoft.com/office/drawing/2014/main" id="{D39FB8D4-533A-0C44-89B5-487470B0B82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42B0AB-C322-C14B-B2A1-E9F144473219}"/>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47ABE4C7-7926-3949-9205-07E33FB2D2CE}"/>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E1B43F26-6C7C-4D43-9D1C-A0F792F54874}"/>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53D175F-F9D4-DD4E-81B9-495A2E867249}"/>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52D03A0-BBCF-2042-832A-8082F1377835}"/>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itle 1">
            <a:extLst>
              <a:ext uri="{FF2B5EF4-FFF2-40B4-BE49-F238E27FC236}">
                <a16:creationId xmlns:a16="http://schemas.microsoft.com/office/drawing/2014/main" id="{E2831508-70C2-2F43-998D-55CE4837BA4C}"/>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21" name="Oval 20">
            <a:extLst>
              <a:ext uri="{FF2B5EF4-FFF2-40B4-BE49-F238E27FC236}">
                <a16:creationId xmlns:a16="http://schemas.microsoft.com/office/drawing/2014/main" id="{5232ACE3-4E65-6243-9416-19BFA39FD92C}"/>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6A372105-F1CB-9149-A4B9-C151B3CCB9B4}"/>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CAE2DDF3-5C18-5644-8994-8CD902656DE8}"/>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0383F4E3-E6C1-BB40-90E6-290C140F9A07}"/>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594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7/7/2025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9" name="Group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Oval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itle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10058400" cy="1369074"/>
          </a:xfrm>
          <a:prstGeom prst="rect">
            <a:avLst/>
          </a:prstGeom>
        </p:spPr>
        <p:txBody>
          <a:bodyPr lIns="0" rIns="0" anchor="ctr">
            <a:normAutofit/>
          </a:bodyPr>
          <a:lstStyle>
            <a:lvl1pPr>
              <a:defRPr sz="4000" cap="all" baseline="0"/>
            </a:lvl1pPr>
          </a:lstStyle>
          <a:p>
            <a:r>
              <a:rPr lang="en-US" dirty="0"/>
              <a:t>Title Goes Here</a:t>
            </a:r>
          </a:p>
        </p:txBody>
      </p:sp>
      <p:sp>
        <p:nvSpPr>
          <p:cNvPr id="17" name="Oval 16">
            <a:extLst>
              <a:ext uri="{FF2B5EF4-FFF2-40B4-BE49-F238E27FC236}">
                <a16:creationId xmlns:a16="http://schemas.microsoft.com/office/drawing/2014/main" id="{7B23D2B0-E152-D14D-8154-8DD47BD10DF3}"/>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A3BEDF6-5ABA-3B42-99BB-4438813B1A4B}"/>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A9CF8BE7-F2AC-AB4C-900F-F64D55111EFC}"/>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5EF4254B-D281-684E-BD0B-63AEC0AC197C}"/>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001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7/7/2025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grpSp>
        <p:nvGrpSpPr>
          <p:cNvPr id="9" name="Group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Oval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itle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5751389" cy="1369074"/>
          </a:xfrm>
          <a:prstGeom prst="rect">
            <a:avLst/>
          </a:prstGeom>
        </p:spPr>
        <p:txBody>
          <a:bodyPr lIns="0" rIns="0" anchor="ctr">
            <a:normAutofit/>
          </a:bodyPr>
          <a:lstStyle>
            <a:lvl1pPr>
              <a:defRPr sz="4000" cap="all" baseline="0"/>
            </a:lvl1pPr>
          </a:lstStyle>
          <a:p>
            <a:r>
              <a:rPr lang="en-US" dirty="0"/>
              <a:t>Title Goes Here</a:t>
            </a:r>
          </a:p>
        </p:txBody>
      </p:sp>
      <p:sp>
        <p:nvSpPr>
          <p:cNvPr id="21" name="Picture Placeholder 20">
            <a:extLst>
              <a:ext uri="{FF2B5EF4-FFF2-40B4-BE49-F238E27FC236}">
                <a16:creationId xmlns:a16="http://schemas.microsoft.com/office/drawing/2014/main" id="{384D173E-9054-4C40-98EA-A6EAC4D8511B}"/>
              </a:ext>
            </a:extLst>
          </p:cNvPr>
          <p:cNvSpPr>
            <a:spLocks noGrp="1"/>
          </p:cNvSpPr>
          <p:nvPr>
            <p:ph type="pic" sz="quarter" idx="13"/>
          </p:nvPr>
        </p:nvSpPr>
        <p:spPr>
          <a:xfrm>
            <a:off x="7921641" y="0"/>
            <a:ext cx="4270360" cy="6858001"/>
          </a:xfrm>
          <a:custGeom>
            <a:avLst/>
            <a:gdLst>
              <a:gd name="connsiteX0" fmla="*/ 1904091 w 4305219"/>
              <a:gd name="connsiteY0" fmla="*/ 0 h 6913983"/>
              <a:gd name="connsiteX1" fmla="*/ 4305219 w 4305219"/>
              <a:gd name="connsiteY1" fmla="*/ 0 h 6913983"/>
              <a:gd name="connsiteX2" fmla="*/ 4305219 w 4305219"/>
              <a:gd name="connsiteY2" fmla="*/ 6913983 h 6913983"/>
              <a:gd name="connsiteX3" fmla="*/ 1818156 w 4305219"/>
              <a:gd name="connsiteY3" fmla="*/ 6913983 h 6913983"/>
              <a:gd name="connsiteX4" fmla="*/ 1507580 w 4305219"/>
              <a:gd name="connsiteY4" fmla="*/ 6681739 h 6913983"/>
              <a:gd name="connsiteX5" fmla="*/ 0 w 4305219"/>
              <a:gd name="connsiteY5" fmla="*/ 3484983 h 6913983"/>
              <a:gd name="connsiteX6" fmla="*/ 1826504 w 4305219"/>
              <a:gd name="connsiteY6" fmla="*/ 49741 h 691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5219" h="6913983">
                <a:moveTo>
                  <a:pt x="1904091" y="0"/>
                </a:moveTo>
                <a:lnTo>
                  <a:pt x="4305219" y="0"/>
                </a:lnTo>
                <a:lnTo>
                  <a:pt x="4305219" y="6913983"/>
                </a:lnTo>
                <a:lnTo>
                  <a:pt x="1818156" y="6913983"/>
                </a:lnTo>
                <a:lnTo>
                  <a:pt x="1507580" y="6681739"/>
                </a:lnTo>
                <a:cubicBezTo>
                  <a:pt x="586863" y="5921896"/>
                  <a:pt x="0" y="4771974"/>
                  <a:pt x="0" y="3484983"/>
                </a:cubicBezTo>
                <a:cubicBezTo>
                  <a:pt x="0" y="2054993"/>
                  <a:pt x="724522" y="794225"/>
                  <a:pt x="1826504" y="49741"/>
                </a:cubicBezTo>
                <a:close/>
              </a:path>
            </a:pathLst>
          </a:cu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wrap="square">
            <a:noAutofit/>
          </a:bodyPr>
          <a:lstStyle/>
          <a:p>
            <a:r>
              <a:rPr lang="en-US" smtClean="0"/>
              <a:t>Click icon to add picture</a:t>
            </a:r>
            <a:endParaRPr lang="en-US" dirty="0"/>
          </a:p>
        </p:txBody>
      </p:sp>
      <p:sp>
        <p:nvSpPr>
          <p:cNvPr id="18" name="Content Placeholder 2">
            <a:extLst>
              <a:ext uri="{FF2B5EF4-FFF2-40B4-BE49-F238E27FC236}">
                <a16:creationId xmlns:a16="http://schemas.microsoft.com/office/drawing/2014/main" id="{881322FE-E286-E344-B332-CF37E6CAD2DC}"/>
              </a:ext>
            </a:extLst>
          </p:cNvPr>
          <p:cNvSpPr>
            <a:spLocks noGrp="1"/>
          </p:cNvSpPr>
          <p:nvPr>
            <p:ph sz="half" idx="1"/>
          </p:nvPr>
        </p:nvSpPr>
        <p:spPr>
          <a:xfrm>
            <a:off x="1097278" y="2322728"/>
            <a:ext cx="5751389" cy="4032225"/>
          </a:xfrm>
        </p:spPr>
        <p:txBody>
          <a:bodyPr anchor="t">
            <a:normAutofit/>
          </a:bodyPr>
          <a:lstStyle>
            <a:lvl1pPr>
              <a:defRPr sz="1600"/>
            </a:lvl1pPr>
            <a:lvl2pPr>
              <a:defRPr sz="1400"/>
            </a:lvl2pPr>
            <a:lvl3pPr>
              <a:defRPr sz="1200"/>
            </a:lvl3pPr>
            <a:lvl4pPr>
              <a:defRPr sz="1100"/>
            </a:lvl4pPr>
            <a:lvl5pPr>
              <a:defRPr sz="11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29985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7/7/2025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050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13" name="Oval 12">
            <a:extLst>
              <a:ext uri="{FF2B5EF4-FFF2-40B4-BE49-F238E27FC236}">
                <a16:creationId xmlns:a16="http://schemas.microsoft.com/office/drawing/2014/main" id="{71DAD948-6707-714E-9E8F-26A36F4AE20E}"/>
              </a:ext>
            </a:extLst>
          </p:cNvPr>
          <p:cNvSpPr/>
          <p:nvPr userDrawn="1"/>
        </p:nvSpPr>
        <p:spPr>
          <a:xfrm>
            <a:off x="10429390" y="360726"/>
            <a:ext cx="1035859" cy="1035859"/>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5F81511-AC79-6748-869A-9982CD568B16}"/>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5">
            <a:extLst>
              <a:ext uri="{FF2B5EF4-FFF2-40B4-BE49-F238E27FC236}">
                <a16:creationId xmlns:a16="http://schemas.microsoft.com/office/drawing/2014/main" id="{A6F72D4E-9F4D-6341-9F9E-63E01AF59B47}"/>
              </a:ext>
            </a:extLst>
          </p:cNvPr>
          <p:cNvSpPr>
            <a:spLocks noGrp="1"/>
          </p:cNvSpPr>
          <p:nvPr>
            <p:ph type="pic" sz="quarter" idx="13"/>
          </p:nvPr>
        </p:nvSpPr>
        <p:spPr>
          <a:xfrm>
            <a:off x="5654414" y="265113"/>
            <a:ext cx="6089650" cy="6089650"/>
          </a:xfrm>
          <a:prstGeom prst="ellipse">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a:lstStyle/>
          <a:p>
            <a:r>
              <a:rPr lang="en-US" smtClean="0"/>
              <a:t>Click icon to add picture</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7/7/2025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18" name="Content Placeholder 2">
            <a:extLst>
              <a:ext uri="{FF2B5EF4-FFF2-40B4-BE49-F238E27FC236}">
                <a16:creationId xmlns:a16="http://schemas.microsoft.com/office/drawing/2014/main" id="{A2F758DC-4792-1D42-83A8-ED4E6CD5F7E3}"/>
              </a:ext>
            </a:extLst>
          </p:cNvPr>
          <p:cNvSpPr>
            <a:spLocks noGrp="1"/>
          </p:cNvSpPr>
          <p:nvPr>
            <p:ph sz="half" idx="1"/>
          </p:nvPr>
        </p:nvSpPr>
        <p:spPr>
          <a:xfrm>
            <a:off x="1097279" y="2322728"/>
            <a:ext cx="4144096" cy="4032225"/>
          </a:xfrm>
        </p:spPr>
        <p:txBody>
          <a:bodyPr anchor="t">
            <a:normAutofit/>
          </a:bodyPr>
          <a:lstStyle>
            <a:lvl1pPr>
              <a:defRPr sz="1600"/>
            </a:lvl1pPr>
            <a:lvl2pPr>
              <a:defRPr sz="1400"/>
            </a:lvl2pPr>
            <a:lvl3pPr>
              <a:defRPr sz="1200"/>
            </a:lvl3pPr>
            <a:lvl4pPr>
              <a:defRPr sz="1100"/>
            </a:lvl4pPr>
            <a:lvl5pPr>
              <a:defRPr sz="11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Oval 10">
            <a:extLst>
              <a:ext uri="{FF2B5EF4-FFF2-40B4-BE49-F238E27FC236}">
                <a16:creationId xmlns:a16="http://schemas.microsoft.com/office/drawing/2014/main" id="{2CB8633A-7C70-3C48-8FEE-69941AF2B466}"/>
              </a:ext>
            </a:extLst>
          </p:cNvPr>
          <p:cNvSpPr/>
          <p:nvPr userDrawn="1"/>
        </p:nvSpPr>
        <p:spPr>
          <a:xfrm>
            <a:off x="5535466" y="5600935"/>
            <a:ext cx="643415" cy="643415"/>
          </a:xfrm>
          <a:prstGeom prst="ellipse">
            <a:avLst/>
          </a:prstGeom>
          <a:noFill/>
          <a:ln w="381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23B967D9-597D-E14A-AE80-4C3877655FB2}"/>
              </a:ext>
            </a:extLst>
          </p:cNvPr>
          <p:cNvSpPr/>
          <p:nvPr userDrawn="1"/>
        </p:nvSpPr>
        <p:spPr>
          <a:xfrm>
            <a:off x="5664569" y="541205"/>
            <a:ext cx="283407" cy="283407"/>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B7114435-8CC0-E744-B541-8EF28B774ECF}"/>
              </a:ext>
            </a:extLst>
          </p:cNvPr>
          <p:cNvSpPr/>
          <p:nvPr userDrawn="1"/>
        </p:nvSpPr>
        <p:spPr>
          <a:xfrm flipV="1">
            <a:off x="11885583" y="3453319"/>
            <a:ext cx="167338" cy="167338"/>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BB844B6D-9772-1D4A-A22A-19F6A1250CD6}"/>
              </a:ext>
            </a:extLst>
          </p:cNvPr>
          <p:cNvGrpSpPr/>
          <p:nvPr userDrawn="1"/>
        </p:nvGrpSpPr>
        <p:grpSpPr>
          <a:xfrm rot="5400000">
            <a:off x="-21619" y="1088453"/>
            <a:ext cx="910099" cy="99010"/>
            <a:chOff x="622418" y="280927"/>
            <a:chExt cx="2335705" cy="254101"/>
          </a:xfrm>
        </p:grpSpPr>
        <p:sp>
          <p:nvSpPr>
            <p:cNvPr id="31" name="Oval 30">
              <a:extLst>
                <a:ext uri="{FF2B5EF4-FFF2-40B4-BE49-F238E27FC236}">
                  <a16:creationId xmlns:a16="http://schemas.microsoft.com/office/drawing/2014/main" id="{4834FA13-7139-8546-99A9-CF39B5EDFDF5}"/>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746C656-7A16-8445-80B5-88C23703E694}"/>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E0A223A-22AD-6D40-9B6F-62F488036D58}"/>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1DB8FD84-D022-E842-9B56-88F0574EBD30}"/>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42F4DC0E-4CC4-374D-BE14-132577B95A70}"/>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A4E00522-1D16-F244-89FE-668EEBD08F2B}"/>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itle 1">
            <a:extLst>
              <a:ext uri="{FF2B5EF4-FFF2-40B4-BE49-F238E27FC236}">
                <a16:creationId xmlns:a16="http://schemas.microsoft.com/office/drawing/2014/main" id="{C4C5AC59-B537-D54C-9B5C-55B75E9117A7}"/>
              </a:ext>
            </a:extLst>
          </p:cNvPr>
          <p:cNvSpPr>
            <a:spLocks noGrp="1"/>
          </p:cNvSpPr>
          <p:nvPr>
            <p:ph type="title" hasCustomPrompt="1"/>
          </p:nvPr>
        </p:nvSpPr>
        <p:spPr>
          <a:xfrm>
            <a:off x="1097280" y="421817"/>
            <a:ext cx="4144095" cy="1369074"/>
          </a:xfrm>
          <a:prstGeom prst="rect">
            <a:avLst/>
          </a:prstGeom>
        </p:spPr>
        <p:txBody>
          <a:bodyPr lIns="0" rIns="0" anchor="ctr">
            <a:normAutofit/>
          </a:bodyPr>
          <a:lstStyle>
            <a:lvl1pPr>
              <a:defRPr sz="4000" cap="all" baseline="0"/>
            </a:lvl1pPr>
          </a:lstStyle>
          <a:p>
            <a:r>
              <a:rPr lang="en-US" dirty="0"/>
              <a:t>Title Goes Here</a:t>
            </a:r>
          </a:p>
        </p:txBody>
      </p:sp>
    </p:spTree>
    <p:extLst>
      <p:ext uri="{BB962C8B-B14F-4D97-AF65-F5344CB8AC3E}">
        <p14:creationId xmlns:p14="http://schemas.microsoft.com/office/powerpoint/2010/main" val="1253830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7/7/2025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69028571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22" r:id="rId3"/>
    <p:sldLayoutId id="2147483708" r:id="rId4"/>
    <p:sldLayoutId id="2147483709" r:id="rId5"/>
    <p:sldLayoutId id="2147483716" r:id="rId6"/>
    <p:sldLayoutId id="2147483710" r:id="rId7"/>
    <p:sldLayoutId id="2147483724" r:id="rId8"/>
    <p:sldLayoutId id="2147483711" r:id="rId9"/>
    <p:sldLayoutId id="2147483718" r:id="rId10"/>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0278-9A9A-0F4E-BDCF-6351BE173254}"/>
              </a:ext>
            </a:extLst>
          </p:cNvPr>
          <p:cNvSpPr>
            <a:spLocks noGrp="1"/>
          </p:cNvSpPr>
          <p:nvPr>
            <p:ph type="ctrTitle"/>
          </p:nvPr>
        </p:nvSpPr>
        <p:spPr/>
        <p:txBody>
          <a:bodyPr/>
          <a:lstStyle/>
          <a:p>
            <a:r>
              <a:rPr lang="en-US" dirty="0"/>
              <a:t>SPCIALIZED U</a:t>
            </a:r>
          </a:p>
        </p:txBody>
      </p:sp>
      <p:sp>
        <p:nvSpPr>
          <p:cNvPr id="3" name="Subtitle 2">
            <a:extLst>
              <a:ext uri="{FF2B5EF4-FFF2-40B4-BE49-F238E27FC236}">
                <a16:creationId xmlns:a16="http://schemas.microsoft.com/office/drawing/2014/main" id="{117F481B-9C2C-084A-8DF1-0582D2DA4B02}"/>
              </a:ext>
            </a:extLst>
          </p:cNvPr>
          <p:cNvSpPr>
            <a:spLocks noGrp="1"/>
          </p:cNvSpPr>
          <p:nvPr>
            <p:ph type="subTitle" idx="1"/>
          </p:nvPr>
        </p:nvSpPr>
        <p:spPr/>
        <p:txBody>
          <a:bodyPr/>
          <a:lstStyle/>
          <a:p>
            <a:r>
              <a:rPr lang="en-US" dirty="0"/>
              <a:t>Future focused</a:t>
            </a:r>
          </a:p>
        </p:txBody>
      </p:sp>
      <p:sp>
        <p:nvSpPr>
          <p:cNvPr id="4" name="TextBox 3"/>
          <p:cNvSpPr txBox="1"/>
          <p:nvPr/>
        </p:nvSpPr>
        <p:spPr>
          <a:xfrm>
            <a:off x="1097280" y="5416550"/>
            <a:ext cx="3016250" cy="646331"/>
          </a:xfrm>
          <a:prstGeom prst="rect">
            <a:avLst/>
          </a:prstGeom>
          <a:noFill/>
        </p:spPr>
        <p:txBody>
          <a:bodyPr wrap="square" rtlCol="0">
            <a:spAutoFit/>
          </a:bodyPr>
          <a:lstStyle/>
          <a:p>
            <a:r>
              <a:rPr lang="en-US" dirty="0" err="1" smtClean="0"/>
              <a:t>R.M.S.Bandara</a:t>
            </a:r>
            <a:endParaRPr lang="en-US" dirty="0" smtClean="0"/>
          </a:p>
          <a:p>
            <a:r>
              <a:rPr lang="en-US" dirty="0" smtClean="0"/>
              <a:t>2021s18769</a:t>
            </a:r>
            <a:endParaRPr lang="en-US" dirty="0"/>
          </a:p>
        </p:txBody>
      </p:sp>
    </p:spTree>
    <p:extLst>
      <p:ext uri="{BB962C8B-B14F-4D97-AF65-F5344CB8AC3E}">
        <p14:creationId xmlns:p14="http://schemas.microsoft.com/office/powerpoint/2010/main" val="38276934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B00C7-0803-8A43-A9F3-6FF24BDCB923}"/>
              </a:ext>
            </a:extLst>
          </p:cNvPr>
          <p:cNvSpPr>
            <a:spLocks noGrp="1"/>
          </p:cNvSpPr>
          <p:nvPr>
            <p:ph type="title"/>
          </p:nvPr>
        </p:nvSpPr>
        <p:spPr>
          <a:xfrm>
            <a:off x="1422400" y="758952"/>
            <a:ext cx="9791699" cy="1082548"/>
          </a:xfrm>
        </p:spPr>
        <p:txBody>
          <a:bodyPr>
            <a:normAutofit/>
          </a:bodyPr>
          <a:lstStyle/>
          <a:p>
            <a:r>
              <a:rPr lang="en-US" sz="6600" dirty="0" smtClean="0"/>
              <a:t>SPECIAL SELECTION APP</a:t>
            </a:r>
            <a:endParaRPr lang="en-US" sz="6600" dirty="0"/>
          </a:p>
        </p:txBody>
      </p:sp>
      <p:pic>
        <p:nvPicPr>
          <p:cNvPr id="5" name="Picture Placeholder 3"/>
          <p:cNvPicPr>
            <a:picLocks noChangeAspect="1"/>
          </p:cNvPicPr>
          <p:nvPr/>
        </p:nvPicPr>
        <p:blipFill rotWithShape="1">
          <a:blip r:embed="rId3">
            <a:extLst>
              <a:ext uri="{28A0092B-C50C-407E-A947-70E740481C1C}">
                <a14:useLocalDpi xmlns:a14="http://schemas.microsoft.com/office/drawing/2010/main" val="0"/>
              </a:ext>
            </a:extLst>
          </a:blip>
          <a:srcRect l="23183" t="11700" r="23555" b="12061"/>
          <a:stretch/>
        </p:blipFill>
        <p:spPr>
          <a:xfrm>
            <a:off x="3765550" y="2032000"/>
            <a:ext cx="4476750" cy="4375150"/>
          </a:xfrm>
          <a:prstGeom prst="ellipse">
            <a:avLst/>
          </a:prstGeom>
        </p:spPr>
      </p:pic>
    </p:spTree>
    <p:extLst>
      <p:ext uri="{BB962C8B-B14F-4D97-AF65-F5344CB8AC3E}">
        <p14:creationId xmlns:p14="http://schemas.microsoft.com/office/powerpoint/2010/main" val="1639088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2F06A708-C428-8443-AB48-F60A95FF71FE}"/>
              </a:ext>
            </a:extLst>
          </p:cNvPr>
          <p:cNvSpPr>
            <a:spLocks noGrp="1"/>
          </p:cNvSpPr>
          <p:nvPr>
            <p:ph sz="half" idx="1"/>
          </p:nvPr>
        </p:nvSpPr>
        <p:spPr/>
        <p:txBody>
          <a:bodyPr>
            <a:normAutofit/>
          </a:bodyPr>
          <a:lstStyle/>
          <a:p>
            <a:pPr>
              <a:buFont typeface="Wingdings" panose="05000000000000000000" pitchFamily="2" charset="2"/>
              <a:buChar char="q"/>
            </a:pPr>
            <a:r>
              <a:rPr lang="en-US" sz="2000" dirty="0"/>
              <a:t>Time-saving</a:t>
            </a:r>
            <a:r>
              <a:rPr lang="en-US" sz="2000" dirty="0" smtClean="0"/>
              <a:t>:</a:t>
            </a:r>
            <a:endParaRPr lang="en-US" sz="2000" dirty="0"/>
          </a:p>
          <a:p>
            <a:pPr>
              <a:buFont typeface="Wingdings" panose="05000000000000000000" pitchFamily="2" charset="2"/>
              <a:buChar char="q"/>
            </a:pPr>
            <a:r>
              <a:rPr lang="en-US" sz="2000" dirty="0" smtClean="0"/>
              <a:t>Efficiency</a:t>
            </a:r>
          </a:p>
          <a:p>
            <a:pPr>
              <a:buFont typeface="Wingdings" panose="05000000000000000000" pitchFamily="2" charset="2"/>
              <a:buChar char="q"/>
            </a:pPr>
            <a:r>
              <a:rPr lang="en-US" sz="2000" dirty="0" smtClean="0"/>
              <a:t>Fairness</a:t>
            </a:r>
            <a:endParaRPr lang="en-US" sz="2000" dirty="0"/>
          </a:p>
          <a:p>
            <a:pPr>
              <a:buFont typeface="Wingdings" panose="05000000000000000000" pitchFamily="2" charset="2"/>
              <a:buChar char="q"/>
            </a:pPr>
            <a:r>
              <a:rPr lang="en-US" sz="2000" dirty="0"/>
              <a:t>Data </a:t>
            </a:r>
            <a:r>
              <a:rPr lang="en-US" sz="2000" dirty="0" smtClean="0"/>
              <a:t>management</a:t>
            </a:r>
          </a:p>
          <a:p>
            <a:pPr>
              <a:buFont typeface="Wingdings" panose="05000000000000000000" pitchFamily="2" charset="2"/>
              <a:buChar char="q"/>
            </a:pPr>
            <a:r>
              <a:rPr lang="en-US" sz="2000" dirty="0" smtClean="0"/>
              <a:t>Scalability</a:t>
            </a:r>
          </a:p>
        </p:txBody>
      </p:sp>
      <p:sp>
        <p:nvSpPr>
          <p:cNvPr id="11" name="Title 10">
            <a:extLst>
              <a:ext uri="{FF2B5EF4-FFF2-40B4-BE49-F238E27FC236}">
                <a16:creationId xmlns:a16="http://schemas.microsoft.com/office/drawing/2014/main" id="{09B206E8-59BD-1B4C-8912-9A0443F96A4F}"/>
              </a:ext>
            </a:extLst>
          </p:cNvPr>
          <p:cNvSpPr>
            <a:spLocks noGrp="1"/>
          </p:cNvSpPr>
          <p:nvPr>
            <p:ph type="title"/>
          </p:nvPr>
        </p:nvSpPr>
        <p:spPr/>
        <p:txBody>
          <a:bodyPr/>
          <a:lstStyle/>
          <a:p>
            <a:r>
              <a:rPr lang="en-US" dirty="0" smtClean="0">
                <a:sym typeface="Bodoni SvtyTwo ITC TT-Book"/>
              </a:rPr>
              <a:t>Advantages</a:t>
            </a:r>
            <a:endParaRPr lang="en-US" dirty="0">
              <a:sym typeface="Bodoni SvtyTwo ITC TT-Book"/>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865" y="0"/>
            <a:ext cx="3010829" cy="6858000"/>
          </a:xfrm>
          <a:prstGeom prst="rect">
            <a:avLst/>
          </a:prstGeom>
        </p:spPr>
      </p:pic>
    </p:spTree>
    <p:extLst>
      <p:ext uri="{BB962C8B-B14F-4D97-AF65-F5344CB8AC3E}">
        <p14:creationId xmlns:p14="http://schemas.microsoft.com/office/powerpoint/2010/main" val="3980113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25">
            <a:extLst>
              <a:ext uri="{FF2B5EF4-FFF2-40B4-BE49-F238E27FC236}">
                <a16:creationId xmlns:a16="http://schemas.microsoft.com/office/drawing/2014/main" id="{E01CCBC3-476F-DA4C-A883-93E600ECAC2E}"/>
              </a:ext>
            </a:extLst>
          </p:cNvPr>
          <p:cNvSpPr>
            <a:spLocks noGrp="1"/>
          </p:cNvSpPr>
          <p:nvPr>
            <p:ph sz="half" idx="1"/>
          </p:nvPr>
        </p:nvSpPr>
        <p:spPr/>
        <p:txBody>
          <a:bodyPr>
            <a:normAutofit/>
          </a:bodyPr>
          <a:lstStyle/>
          <a:p>
            <a:pPr>
              <a:buFont typeface="Wingdings" panose="05000000000000000000" pitchFamily="2" charset="2"/>
              <a:buChar char="q"/>
            </a:pPr>
            <a:r>
              <a:rPr lang="en-US" dirty="0"/>
              <a:t>Output format</a:t>
            </a:r>
          </a:p>
          <a:p>
            <a:pPr>
              <a:buFont typeface="Wingdings" panose="05000000000000000000" pitchFamily="2" charset="2"/>
              <a:buChar char="q"/>
            </a:pPr>
            <a:r>
              <a:rPr lang="en-US" dirty="0"/>
              <a:t>User-friendly</a:t>
            </a:r>
          </a:p>
          <a:p>
            <a:pPr>
              <a:buFont typeface="Wingdings" panose="05000000000000000000" pitchFamily="2" charset="2"/>
              <a:buChar char="q"/>
            </a:pPr>
            <a:r>
              <a:rPr lang="en-US" dirty="0"/>
              <a:t>Cost-effective</a:t>
            </a:r>
          </a:p>
          <a:p>
            <a:pPr>
              <a:buFont typeface="Wingdings" panose="05000000000000000000" pitchFamily="2" charset="2"/>
              <a:buChar char="q"/>
            </a:pPr>
            <a:r>
              <a:rPr lang="en-US" dirty="0"/>
              <a:t>Data analysis potential</a:t>
            </a:r>
          </a:p>
          <a:p>
            <a:pPr>
              <a:buFont typeface="Wingdings" panose="05000000000000000000" pitchFamily="2" charset="2"/>
              <a:buChar char="q"/>
            </a:pPr>
            <a:r>
              <a:rPr lang="en-US" dirty="0"/>
              <a:t>Modernization</a:t>
            </a:r>
          </a:p>
        </p:txBody>
      </p:sp>
      <p:sp>
        <p:nvSpPr>
          <p:cNvPr id="2" name="Title 1">
            <a:extLst>
              <a:ext uri="{FF2B5EF4-FFF2-40B4-BE49-F238E27FC236}">
                <a16:creationId xmlns:a16="http://schemas.microsoft.com/office/drawing/2014/main" id="{6F204F3F-D196-428C-AE74-238938FD8008}"/>
              </a:ext>
            </a:extLst>
          </p:cNvPr>
          <p:cNvSpPr>
            <a:spLocks noGrp="1"/>
          </p:cNvSpPr>
          <p:nvPr>
            <p:ph type="title"/>
          </p:nvPr>
        </p:nvSpPr>
        <p:spPr/>
        <p:txBody>
          <a:bodyPr/>
          <a:lstStyle/>
          <a:p>
            <a:r>
              <a:rPr lang="en-US" dirty="0" smtClean="0"/>
              <a:t>Advantages</a:t>
            </a:r>
            <a:endParaRPr lang="en-US" dirty="0"/>
          </a:p>
        </p:txBody>
      </p:sp>
      <p:pic>
        <p:nvPicPr>
          <p:cNvPr id="4" name="Content Placeholder 3"/>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791450" y="-93346"/>
            <a:ext cx="3051810" cy="6951346"/>
          </a:xfrm>
        </p:spPr>
      </p:pic>
    </p:spTree>
    <p:extLst>
      <p:ext uri="{BB962C8B-B14F-4D97-AF65-F5344CB8AC3E}">
        <p14:creationId xmlns:p14="http://schemas.microsoft.com/office/powerpoint/2010/main" val="3902081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2B0FE939-6135-8846-B579-79F696C454ED}"/>
              </a:ext>
            </a:extLst>
          </p:cNvPr>
          <p:cNvSpPr>
            <a:spLocks noGrp="1"/>
          </p:cNvSpPr>
          <p:nvPr>
            <p:ph type="body" sz="half" idx="16"/>
          </p:nvPr>
        </p:nvSpPr>
        <p:spPr/>
        <p:txBody>
          <a:bodyPr/>
          <a:lstStyle/>
          <a:p>
            <a:r>
              <a:rPr lang="en-US" dirty="0" smtClean="0">
                <a:solidFill>
                  <a:schemeClr val="tx1">
                    <a:lumMod val="75000"/>
                    <a:lumOff val="25000"/>
                  </a:schemeClr>
                </a:solidFill>
              </a:rPr>
              <a:t>Home page</a:t>
            </a:r>
            <a:endParaRPr lang="en-US" dirty="0">
              <a:solidFill>
                <a:schemeClr val="tx1">
                  <a:lumMod val="75000"/>
                  <a:lumOff val="25000"/>
                </a:schemeClr>
              </a:solidFill>
            </a:endParaRPr>
          </a:p>
        </p:txBody>
      </p:sp>
      <p:sp>
        <p:nvSpPr>
          <p:cNvPr id="24" name="Text Placeholder 23">
            <a:extLst>
              <a:ext uri="{FF2B5EF4-FFF2-40B4-BE49-F238E27FC236}">
                <a16:creationId xmlns:a16="http://schemas.microsoft.com/office/drawing/2014/main" id="{996C3DD2-045C-6945-B783-8067FCC3CDF9}"/>
              </a:ext>
            </a:extLst>
          </p:cNvPr>
          <p:cNvSpPr>
            <a:spLocks noGrp="1"/>
          </p:cNvSpPr>
          <p:nvPr>
            <p:ph type="body" sz="half" idx="17"/>
          </p:nvPr>
        </p:nvSpPr>
        <p:spPr/>
        <p:txBody>
          <a:bodyPr/>
          <a:lstStyle/>
          <a:p>
            <a:r>
              <a:rPr lang="en-US" dirty="0" smtClean="0">
                <a:solidFill>
                  <a:schemeClr val="tx1">
                    <a:lumMod val="75000"/>
                    <a:lumOff val="25000"/>
                  </a:schemeClr>
                </a:solidFill>
              </a:rPr>
              <a:t>output</a:t>
            </a:r>
            <a:endParaRPr lang="en-US" dirty="0">
              <a:solidFill>
                <a:schemeClr val="tx1">
                  <a:lumMod val="75000"/>
                  <a:lumOff val="25000"/>
                </a:schemeClr>
              </a:solidFill>
            </a:endParaRPr>
          </a:p>
        </p:txBody>
      </p:sp>
      <p:sp>
        <p:nvSpPr>
          <p:cNvPr id="9" name="Title 8">
            <a:extLst>
              <a:ext uri="{FF2B5EF4-FFF2-40B4-BE49-F238E27FC236}">
                <a16:creationId xmlns:a16="http://schemas.microsoft.com/office/drawing/2014/main" id="{1B6C6BD0-EDC9-7C44-A414-B66D25E34B52}"/>
              </a:ext>
            </a:extLst>
          </p:cNvPr>
          <p:cNvSpPr>
            <a:spLocks noGrp="1"/>
          </p:cNvSpPr>
          <p:nvPr>
            <p:ph type="title"/>
          </p:nvPr>
        </p:nvSpPr>
        <p:spPr/>
        <p:txBody>
          <a:bodyPr/>
          <a:lstStyle/>
          <a:p>
            <a:r>
              <a:rPr lang="en-US" dirty="0" smtClean="0"/>
              <a:t>Layout</a:t>
            </a:r>
            <a:endParaRPr lang="en-US" dirty="0"/>
          </a:p>
        </p:txBody>
      </p:sp>
      <p:sp>
        <p:nvSpPr>
          <p:cNvPr id="11" name="Text Placeholder 10"/>
          <p:cNvSpPr>
            <a:spLocks noGrp="1"/>
          </p:cNvSpPr>
          <p:nvPr>
            <p:ph type="body" sz="half" idx="2"/>
          </p:nvPr>
        </p:nvSpPr>
        <p:spPr>
          <a:xfrm>
            <a:off x="1229676" y="5486968"/>
            <a:ext cx="2919413" cy="583534"/>
          </a:xfrm>
        </p:spPr>
        <p:txBody>
          <a:bodyPr/>
          <a:lstStyle/>
          <a:p>
            <a:r>
              <a:rPr lang="en-US" dirty="0" smtClean="0"/>
              <a:t>Login</a:t>
            </a:r>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8807" y="1345346"/>
            <a:ext cx="2004525" cy="414162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2036" y="1345346"/>
            <a:ext cx="2086628" cy="4141622"/>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32520" y="1345345"/>
            <a:ext cx="2061675" cy="4272903"/>
          </a:xfrm>
          <a:prstGeom prst="rect">
            <a:avLst/>
          </a:prstGeom>
        </p:spPr>
      </p:pic>
    </p:spTree>
    <p:extLst>
      <p:ext uri="{BB962C8B-B14F-4D97-AF65-F5344CB8AC3E}">
        <p14:creationId xmlns:p14="http://schemas.microsoft.com/office/powerpoint/2010/main" val="31939679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25830" y="2997201"/>
            <a:ext cx="10058400" cy="3760891"/>
          </a:xfrm>
        </p:spPr>
        <p:txBody>
          <a:bodyPr>
            <a:normAutofit/>
          </a:bodyPr>
          <a:lstStyle/>
          <a:p>
            <a:pPr algn="ctr"/>
            <a:r>
              <a:rPr lang="en-US" sz="4000" b="1" dirty="0" smtClean="0"/>
              <a:t>THANK YOU</a:t>
            </a:r>
            <a:endParaRPr lang="en-US" sz="4000" b="1" dirty="0"/>
          </a:p>
        </p:txBody>
      </p:sp>
    </p:spTree>
    <p:extLst>
      <p:ext uri="{BB962C8B-B14F-4D97-AF65-F5344CB8AC3E}">
        <p14:creationId xmlns:p14="http://schemas.microsoft.com/office/powerpoint/2010/main" val="1237448532"/>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VTI">
  <a:themeElements>
    <a:clrScheme name="Brights">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Minimalist_Light_Sales Pitch_03_Win32_AS_v2" id="{CF4846AB-E769-4F64-85D9-28E4AEB533C2}" vid="{4425D9ED-C4EC-465B-AB7E-72A929978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F2FE978-FCBC-4C90-A410-B547AA706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7FA506-1E93-4CA4-B270-1F08FD18C366}">
  <ds:schemaRefs>
    <ds:schemaRef ds:uri="http://schemas.microsoft.com/sharepoint/v3/contenttype/forms"/>
  </ds:schemaRefs>
</ds:datastoreItem>
</file>

<file path=customXml/itemProps3.xml><?xml version="1.0" encoding="utf-8"?>
<ds:datastoreItem xmlns:ds="http://schemas.openxmlformats.org/officeDocument/2006/customXml" ds:itemID="{38F4328E-77DF-41E8-952F-124AE19F1F7C}">
  <ds:schemaRefs>
    <ds:schemaRef ds:uri="http://purl.org/dc/terms/"/>
    <ds:schemaRef ds:uri="16c05727-aa75-4e4a-9b5f-8a80a1165891"/>
    <ds:schemaRef ds:uri="71af3243-3dd4-4a8d-8c0d-dd76da1f02a5"/>
    <ds:schemaRef ds:uri="http://purl.org/dc/elements/1.1/"/>
    <ds:schemaRef ds:uri="http://schemas.microsoft.com/office/2006/documentManagement/type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Light sales pitch presentation</Template>
  <TotalTime>0</TotalTime>
  <Words>286</Words>
  <Application>Microsoft Office PowerPoint</Application>
  <PresentationFormat>Widescreen</PresentationFormat>
  <Paragraphs>37</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Bodoni SvtyTwo ITC TT-Book</vt:lpstr>
      <vt:lpstr>Calibri</vt:lpstr>
      <vt:lpstr>Consolas</vt:lpstr>
      <vt:lpstr>Verdana</vt:lpstr>
      <vt:lpstr>Wingdings</vt:lpstr>
      <vt:lpstr>RetrospectVTI</vt:lpstr>
      <vt:lpstr>SPCIALIZED U</vt:lpstr>
      <vt:lpstr>SPECIAL SELECTION APP</vt:lpstr>
      <vt:lpstr>Advantages</vt:lpstr>
      <vt:lpstr>Advantages</vt:lpstr>
      <vt:lpstr>Layout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2024-08-30T00:01:38Z</dcterms:created>
  <dcterms:modified xsi:type="dcterms:W3CDTF">2025-07-07T05:53:25Z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